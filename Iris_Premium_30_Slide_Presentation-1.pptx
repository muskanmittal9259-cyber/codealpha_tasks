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Iris Flower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CodeAlpha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ML workflow on Iris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Classify Iris species using flower measurements.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Build, train and evaluate a classification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enables systems to learn patterns from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Iris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 dataset with 150 samples and 3 classes.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numerical features and 1 target variable.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Sepal Length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Sepal Width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Petal Length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Petal Width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Encoding labels and preparing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80% training and 20%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chosen as primary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Ensemble of decision trees.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Pandas, Scikit-learn, Matplotlib.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Walkthrough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and inspect dataset.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Walkthrough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 features and labels.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Walkthrough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the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Walkthrough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predictions.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Accuracy: 100.00%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with KNN and SVM.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accuracy due to well-separated classes.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Botany, education, pattern recognition.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Fast, accurate and easy to interpret.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dataset and limited real-world complexity.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and deployment options.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objectives achieved successfully.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classification? What is Random Forest?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Comparison Chart</a:t>
            </a:r>
          </a:p>
        </p:txBody>
      </p:sp>
      <p:pic>
        <p:nvPicPr>
          <p:cNvPr id="3" name="Picture 2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