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 Price Prediction with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internship project report and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vehicle prices using machine learning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accurate regression models and compare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 price prediction helps buyers, sellers, and dealerships.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2500 | Columns: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features used for training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distributions and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Encoding categorical variables and preparing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Selection and transformation of useful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Cleaning → Training → Evaluation →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80% training and 20% testing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regression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Tree-based regression approach.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model using multiple trees.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Pandas, NumPy, Scikit-learn, Matplotlib.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 and preprocess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regression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R² Score and MAE.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multiple regression algorithms.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R² Score and Mean Absolute Error.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influential variables affecting price.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Pricing, valuation, insurance, dealerships.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scalable, and data-driven predictions.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Dependent on data quality and available features.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Hyperparameter tuning and advanced ML models.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provided the strongest predictive performance.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regression? What is R² score? Why Random Forest?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Scikit-learn, Pandas Documentation, CodeAlpha Guidelines.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943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429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6.7617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-0.6258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5.8412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R² Comparison Chart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Feature Importance</a:t>
            </a:r>
          </a:p>
        </p:txBody>
      </p:sp>
      <p:pic>
        <p:nvPicPr>
          <p:cNvPr id="3" name="Picture 2" descr="feature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